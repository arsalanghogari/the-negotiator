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7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965960"/>
            <a:ext cx="411480" cy="4114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Parley: The Negotiator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21208" y="3017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 AI that calls five movers, haggles with real leverage,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books the best deal — 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receipts.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1208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solo in one day  ·  HackNation #6  ·  ElevenLabs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82880" cy="1828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move quotes </a:t>
            </a:r>
            <a:r>
              <a:rPr lang="en-US" sz="34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$1,158 to $6,506.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5.6×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50292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spread for the identical 45-mile, 2BR job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(real moveBuddha quote data)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514600"/>
            <a:ext cx="6812280" cy="1051560"/>
          </a:xfrm>
          <a:prstGeom prst="roundRect">
            <a:avLst>
              <a:gd name="adj" fmla="val 7826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264261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price list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66360" y="297180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is phone-priced: quotes only exist in conversation, and they're negotiable.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3749040"/>
            <a:ext cx="6812280" cy="1051560"/>
          </a:xfrm>
          <a:prstGeom prst="roundRect">
            <a:avLst>
              <a:gd name="adj" fmla="val 7826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66360" y="38770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haggles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42062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means five identical calls, itemized extraction, and leverage. Nobody does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4983480"/>
            <a:ext cx="6812280" cy="1051560"/>
          </a:xfrm>
          <a:prstGeom prst="roundRect">
            <a:avLst>
              <a:gd name="adj" fmla="val 7826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511149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thrive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5440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FMCSA-flagged lowball scams live in exactly this opacity — and consumers overpay.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82880" cy="1828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runs the whole shop-and-haggle loop.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voice interview builds one structured job spec — confirmed once, repeated identically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92424" y="24688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2102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21024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1024" y="3749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movers phoned sequentially; each binding quote becomes leverage for the next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24688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052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10528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3749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transcript becomes a strict-JSON itemized quote — comparable and auditable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71432" y="246888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00032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00032" y="32918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00032" y="37490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cards, negotiated deltas, red flags, recordings — then it books the winner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actually drop during a call — and you can listen in live.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82880" cy="1828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 providers, </a:t>
            </a:r>
            <a:r>
              <a:rPr lang="en-US" sz="34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jobs.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voice agents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intake interviewer and the negotiator. Leverage enters the call through mid-call tools, not prompt text: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F0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get_best_competing_quote   ·   log_quote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3774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940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seller personas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3017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Lowballer, stonewaller, upseller, tough — each with a hidden pricing policy the negotiator never sees. Negotiations are contingent, never scripted.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1663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5276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03120" y="52943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leverage 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51663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5276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640" y="52943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leverage 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51663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5276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52943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leverage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55480" y="5166360"/>
            <a:ext cx="1554480" cy="685800"/>
          </a:xfrm>
          <a:prstGeom prst="roundRect">
            <a:avLst>
              <a:gd name="adj" fmla="val 120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55480" y="52760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by design: each binding quote arms the next call.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82880" cy="1828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</a:t>
            </a:r>
            <a:r>
              <a:rPr lang="en-US" sz="34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model judgment.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6583680" cy="3566160"/>
          </a:xfrm>
          <a:prstGeom prst="roundRect">
            <a:avLst>
              <a:gd name="adj" fmla="val 2308"/>
            </a:avLst>
          </a:prstGeom>
          <a:solidFill>
            <a:srgbClr val="071219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E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lib/quote-rules.ts — models converse; code decides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 </a:t>
            </a:r>
            <a:r>
              <a:rPr lang="en-US" sz="1250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extract(transcript, </a:t>
            </a:r>
            <a:r>
              <a:rPr lang="en-US" sz="1250" dirty="0">
                <a:solidFill>
                  <a:srgbClr val="C6F0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STRICT_JSON_SCHEMA</a:t>
            </a:r>
            <a:r>
              <a:rPr lang="en-US" sz="1250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</a:t>
            </a:r>
            <a:r>
              <a:rPr lang="en-US" sz="1250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total &lt; 0.7 × market_median</a:t>
            </a:r>
            <a:r>
              <a:rPr lang="en-US" sz="1250" dirty="0">
                <a:solidFill>
                  <a:srgbClr val="4E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$2,400 median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 </a:t>
            </a:r>
            <a:r>
              <a:rPr lang="en-US" sz="1250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deterministic, negotiated-total override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tripwire</a:t>
            </a:r>
            <a:r>
              <a:rPr lang="en-US" sz="1250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every spoken amount parsed live 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cite a quote that doesn't exist → </a:t>
            </a:r>
            <a:r>
              <a:rPr lang="en-US" sz="125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 mid-call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2459736"/>
            <a:ext cx="146304" cy="146304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80" y="23774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Discloses it's an AI  </a:t>
            </a: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asked — every call, no exceptions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52360" y="3374136"/>
            <a:ext cx="146304" cy="146304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26680" y="32918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invents a bid  </a:t>
            </a: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only the exact tool-returned amount, at most once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4288536"/>
            <a:ext cx="146304" cy="146304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4206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honestly  </a:t>
            </a: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seller who won't quote becomes a documented callback, never a fake range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5202936"/>
            <a:ext cx="146304" cy="146304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26680" y="5120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 </a:t>
            </a: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check verifies every stored quote against the rules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82880" cy="1828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— and it can </a:t>
            </a:r>
            <a:r>
              <a:rPr lang="en-US" sz="34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what it heard.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strike="sngStrike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 </a:t>
            </a:r>
            <a:r>
              <a:rPr lang="en-US" sz="30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$2,160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concession, won mid-call with a genuine competing bid — audible in the demo.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377440"/>
            <a:ext cx="3657600" cy="1920240"/>
          </a:xfrm>
          <a:prstGeom prst="roundRect">
            <a:avLst>
              <a:gd name="adj" fmla="val 4286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Lowball flagged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scam-pattern quote the FMCSA warns about, caught by the deterministic red-flag rule with cited benchmark provenance.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23774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number? No lie.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58200" y="3154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stonewaller ends as a documented callback commitment — never a fabricated range, never recommendable.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11201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end, one click:  </a:t>
            </a:r>
            <a:r>
              <a:rPr lang="en-US" sz="14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→ live Google Places discovery → four negotiation calls → extraction → ranked report → booking callback. Transcripts and recordings attached to every run.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reproducible: DEMO_MODE needs zero phone lines — npm run seed &amp;&amp; npm run dev.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82880" cy="1828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Verticals are </a:t>
            </a:r>
            <a:r>
              <a:rPr lang="en-US" sz="34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not code.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4846320" cy="1828800"/>
          </a:xfrm>
          <a:prstGeom prst="roundRect">
            <a:avLst>
              <a:gd name="adj" fmla="val 4500"/>
            </a:avLst>
          </a:prstGeom>
          <a:solidFill>
            <a:srgbClr val="12303F"/>
          </a:solidFill>
          <a:ln w="12700">
            <a:solidFill>
              <a:srgbClr val="244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config/moving.ts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Movers · $2,400 median · moving personas · moveBuddha benchmarks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3063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355080" y="2468880"/>
            <a:ext cx="4846320" cy="1828800"/>
          </a:xfrm>
          <a:prstGeom prst="roundRect">
            <a:avLst>
              <a:gd name="adj" fmla="val 4500"/>
            </a:avLst>
          </a:prstGeom>
          <a:solidFill>
            <a:srgbClr val="12303F"/>
          </a:solidFill>
          <a:ln w="12700">
            <a:solidFill>
              <a:srgbClr val="C6F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75120" y="2697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F2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config/autobody.ts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San Jose body shops · 2025 repair benchmarks · new personas — live in the repo today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F0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NEXT_PUBLIC_VERTICAL=autobody npm run dev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engine, now negotiating collision repair. Next: contractors, HVAC, medical bills — every phone-priced market. Collectively a $20B+ blind spot software has never touched, because software couldn't pick up the phone.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286000"/>
            <a:ext cx="411480" cy="411480"/>
          </a:xfrm>
          <a:prstGeom prst="ellipse">
            <a:avLst/>
          </a:prstGeom>
          <a:solidFill>
            <a:srgbClr val="C6F0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ED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that can finally pick up the phone —
</a:t>
            </a:r>
            <a:r>
              <a:rPr lang="en-US" sz="3800" b="1" dirty="0">
                <a:solidFill>
                  <a:srgbClr val="C6F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prove what it heard.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9728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Parley  ·  Next.js + Netlify + Supabase  ·  ElevenLabs Conversational AI  ·  GPT-4o  ·  built solo in one 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92640" y="64465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Arsalan Ghogari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Macintosh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Arsalan Ghogari</cp:lastModifiedBy>
  <cp:revision>1</cp:revision>
  <dcterms:created xsi:type="dcterms:W3CDTF">2026-07-19T12:40:19Z</dcterms:created>
  <dcterms:modified xsi:type="dcterms:W3CDTF">2026-07-19T12:42:21Z</dcterms:modified>
</cp:coreProperties>
</file>